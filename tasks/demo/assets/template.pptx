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880000" cy="72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80000" cy="72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6000" y="1062000"/>
            <a:ext cx="2448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微软雅黑"/>
              </a:rPr>
              <a:t>作品名称：示例作品名称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1440000"/>
            <a:ext cx="24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latin typeface="微软雅黑"/>
              </a:rPr>
              <a:t>项目成员：张三、李四、王五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1745999"/>
            <a:ext cx="24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latin typeface="微软雅黑"/>
              </a:rPr>
              <a:t>本科生组：本科生组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000" y="2052000"/>
            <a:ext cx="24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latin typeface="微软雅黑"/>
              </a:rPr>
              <a:t>作品编号：DEMO-0001</a:t>
            </a:r>
          </a:p>
        </p:txBody>
      </p:sp>
      <p:sp>
        <p:nvSpPr>
          <p:cNvPr id="7" name="placeholder_intro"/>
          <p:cNvSpPr txBox="1"/>
          <p:nvPr/>
        </p:nvSpPr>
        <p:spPr>
          <a:xfrm>
            <a:off x="248399" y="3067200"/>
            <a:ext cx="2379600" cy="367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这里是模板自带的旧文字，构建时会被引擎清空。如果没清空，就会和新排版的内容叠印在一起。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